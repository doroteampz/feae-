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302641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/>
          <p:cNvSpPr txBox="1"/>
          <p:nvPr>
            <p:ph type="title"/>
          </p:nvPr>
        </p:nvSpPr>
        <p:spPr>
          <a:xfrm>
            <a:off x="2270642" y="13296912"/>
            <a:ext cx="25733932" cy="9175067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2" name="Nivel de texto 1…"/>
          <p:cNvSpPr txBox="1"/>
          <p:nvPr>
            <p:ph type="body" sz="quarter" idx="1"/>
          </p:nvPr>
        </p:nvSpPr>
        <p:spPr>
          <a:xfrm>
            <a:off x="4541282" y="24255466"/>
            <a:ext cx="21192652" cy="10938741"/>
          </a:xfrm>
          <a:prstGeom prst="rect">
            <a:avLst/>
          </a:prstGeom>
        </p:spPr>
        <p:txBody>
          <a:bodyPr/>
          <a:lstStyle>
            <a:lvl1pPr marL="1111250" indent="-1765300" algn="ctr">
              <a:spcBef>
                <a:spcPts val="2700"/>
              </a:spcBef>
              <a:buClrTx/>
              <a:buSzTx/>
              <a:buFontTx/>
              <a:buNone/>
            </a:lvl1pPr>
            <a:lvl2pPr marL="1111250" indent="-1206500" algn="ctr">
              <a:spcBef>
                <a:spcPts val="2700"/>
              </a:spcBef>
              <a:buClrTx/>
              <a:buSzTx/>
              <a:buFontTx/>
              <a:buNone/>
            </a:lvl2pPr>
            <a:lvl3pPr marL="1111250" indent="-628650" algn="ctr">
              <a:spcBef>
                <a:spcPts val="2700"/>
              </a:spcBef>
              <a:buClrTx/>
              <a:buSzTx/>
              <a:buFontTx/>
              <a:buNone/>
            </a:lvl3pPr>
            <a:lvl4pPr marL="1111250" indent="-57150" algn="ctr">
              <a:spcBef>
                <a:spcPts val="2700"/>
              </a:spcBef>
              <a:buClrTx/>
              <a:buSzTx/>
              <a:buFontTx/>
              <a:buNone/>
            </a:lvl4pPr>
            <a:lvl5pPr marL="1111250" indent="400050" algn="ctr">
              <a:spcBef>
                <a:spcPts val="2700"/>
              </a:spcBef>
              <a:buClrTx/>
              <a:buSzTx/>
              <a:buFontTx/>
              <a:buNone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el título"/>
          <p:cNvSpPr txBox="1"/>
          <p:nvPr>
            <p:ph type="title"/>
          </p:nvPr>
        </p:nvSpPr>
        <p:spPr>
          <a:xfrm rot="5400000">
            <a:off x="7094532" y="16569140"/>
            <a:ext cx="36521918" cy="6811925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1" name="Nivel de texto 1…"/>
          <p:cNvSpPr txBox="1"/>
          <p:nvPr>
            <p:ph type="body" idx="1"/>
          </p:nvPr>
        </p:nvSpPr>
        <p:spPr>
          <a:xfrm rot="5400000">
            <a:off x="-6781605" y="10009512"/>
            <a:ext cx="36521917" cy="19931183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0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el título"/>
          <p:cNvSpPr txBox="1"/>
          <p:nvPr>
            <p:ph type="title"/>
          </p:nvPr>
        </p:nvSpPr>
        <p:spPr>
          <a:xfrm>
            <a:off x="5934152" y="29962633"/>
            <a:ext cx="18165130" cy="3537259"/>
          </a:xfrm>
          <a:prstGeom prst="rect">
            <a:avLst/>
          </a:prstGeom>
        </p:spPr>
        <p:txBody>
          <a:bodyPr anchor="b"/>
          <a:lstStyle>
            <a:lvl1pPr algn="l">
              <a:defRPr b="1" sz="8600"/>
            </a:lvl1pPr>
          </a:lstStyle>
          <a:p>
            <a:pPr/>
            <a:r>
              <a:t>Texto del título</a:t>
            </a:r>
          </a:p>
        </p:txBody>
      </p:sp>
      <p:sp>
        <p:nvSpPr>
          <p:cNvPr id="39" name="Google Shape;35;p6"/>
          <p:cNvSpPr/>
          <p:nvPr>
            <p:ph type="pic" sz="half" idx="21"/>
          </p:nvPr>
        </p:nvSpPr>
        <p:spPr>
          <a:xfrm>
            <a:off x="5934152" y="3824594"/>
            <a:ext cx="18165130" cy="256822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0" name="Nivel de texto 1…"/>
          <p:cNvSpPr txBox="1"/>
          <p:nvPr>
            <p:ph type="body" sz="quarter" idx="1"/>
          </p:nvPr>
        </p:nvSpPr>
        <p:spPr>
          <a:xfrm>
            <a:off x="5934152" y="33499893"/>
            <a:ext cx="18165130" cy="5023494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1200"/>
              </a:spcBef>
              <a:buClrTx/>
              <a:buSzTx/>
              <a:buFontTx/>
              <a:buNone/>
              <a:defRPr sz="6000"/>
            </a:lvl1pPr>
            <a:lvl2pPr marL="228600" indent="457200">
              <a:spcBef>
                <a:spcPts val="1200"/>
              </a:spcBef>
              <a:buClrTx/>
              <a:buSzTx/>
              <a:buFontTx/>
              <a:buNone/>
              <a:defRPr sz="6000"/>
            </a:lvl2pPr>
            <a:lvl3pPr marL="228600" indent="914400">
              <a:spcBef>
                <a:spcPts val="1200"/>
              </a:spcBef>
              <a:buClrTx/>
              <a:buSzTx/>
              <a:buFontTx/>
              <a:buNone/>
              <a:defRPr sz="6000"/>
            </a:lvl3pPr>
            <a:lvl4pPr marL="228600" indent="1371600">
              <a:spcBef>
                <a:spcPts val="1200"/>
              </a:spcBef>
              <a:buClrTx/>
              <a:buSzTx/>
              <a:buFontTx/>
              <a:buNone/>
              <a:defRPr sz="6000"/>
            </a:lvl4pPr>
            <a:lvl5pPr marL="228600" indent="1828800">
              <a:spcBef>
                <a:spcPts val="1200"/>
              </a:spcBef>
              <a:buClrTx/>
              <a:buSzTx/>
              <a:buFontTx/>
              <a:buNone/>
              <a:defRPr sz="60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el título"/>
          <p:cNvSpPr txBox="1"/>
          <p:nvPr>
            <p:ph type="title"/>
          </p:nvPr>
        </p:nvSpPr>
        <p:spPr>
          <a:xfrm>
            <a:off x="1513766" y="1704226"/>
            <a:ext cx="9960337" cy="7252860"/>
          </a:xfrm>
          <a:prstGeom prst="rect">
            <a:avLst/>
          </a:prstGeom>
        </p:spPr>
        <p:txBody>
          <a:bodyPr anchor="b"/>
          <a:lstStyle>
            <a:lvl1pPr algn="l">
              <a:defRPr b="1" sz="8600"/>
            </a:lvl1pPr>
          </a:lstStyle>
          <a:p>
            <a:pPr/>
            <a:r>
              <a:t>Texto del título</a:t>
            </a:r>
          </a:p>
        </p:txBody>
      </p:sp>
      <p:sp>
        <p:nvSpPr>
          <p:cNvPr id="49" name="Nivel de texto 1…"/>
          <p:cNvSpPr txBox="1"/>
          <p:nvPr>
            <p:ph type="body" idx="1"/>
          </p:nvPr>
        </p:nvSpPr>
        <p:spPr>
          <a:xfrm>
            <a:off x="11836768" y="1704232"/>
            <a:ext cx="16924686" cy="36531826"/>
          </a:xfrm>
          <a:prstGeom prst="rect">
            <a:avLst/>
          </a:prstGeom>
        </p:spPr>
        <p:txBody>
          <a:bodyPr/>
          <a:lstStyle>
            <a:lvl1pPr indent="-1117409">
              <a:spcBef>
                <a:spcPts val="2700"/>
              </a:spcBef>
            </a:lvl1pPr>
            <a:lvl2pPr marL="1045736" indent="-1140986">
              <a:spcBef>
                <a:spcPts val="2700"/>
              </a:spcBef>
            </a:lvl2pPr>
            <a:lvl3pPr marL="1672107" indent="-1193444">
              <a:spcBef>
                <a:spcPts val="2700"/>
              </a:spcBef>
            </a:lvl3pPr>
            <a:lvl4pPr marL="2307170" indent="-1254592">
              <a:spcBef>
                <a:spcPts val="2700"/>
              </a:spcBef>
            </a:lvl4pPr>
            <a:lvl5pPr marL="2764370" indent="-1254592">
              <a:spcBef>
                <a:spcPts val="2700"/>
              </a:spcBef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0" name="Google Shape;43;p7"/>
          <p:cNvSpPr txBox="1"/>
          <p:nvPr>
            <p:ph type="body" sz="half" idx="21"/>
          </p:nvPr>
        </p:nvSpPr>
        <p:spPr>
          <a:xfrm>
            <a:off x="1513765" y="8957094"/>
            <a:ext cx="9960338" cy="29278968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1200"/>
              </a:spcBef>
              <a:buClrTx/>
              <a:buSzTx/>
              <a:buFontTx/>
              <a:buNone/>
              <a:defRPr sz="6000"/>
            </a:pPr>
          </a:p>
        </p:txBody>
      </p:sp>
      <p:sp>
        <p:nvSpPr>
          <p:cNvPr id="5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6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74" name="Nivel de texto 1…"/>
          <p:cNvSpPr txBox="1"/>
          <p:nvPr>
            <p:ph type="body" sz="quarter" idx="1"/>
          </p:nvPr>
        </p:nvSpPr>
        <p:spPr>
          <a:xfrm>
            <a:off x="1513760" y="9581309"/>
            <a:ext cx="13376811" cy="3993035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2000"/>
              </a:spcBef>
              <a:buClrTx/>
              <a:buSzTx/>
              <a:buFontTx/>
              <a:buNone/>
              <a:defRPr b="1" sz="10400"/>
            </a:lvl1pPr>
            <a:lvl2pPr marL="228600" indent="457200">
              <a:spcBef>
                <a:spcPts val="2000"/>
              </a:spcBef>
              <a:buClrTx/>
              <a:buSzTx/>
              <a:buFontTx/>
              <a:buNone/>
              <a:defRPr b="1" sz="10400"/>
            </a:lvl2pPr>
            <a:lvl3pPr marL="228600" indent="914400">
              <a:spcBef>
                <a:spcPts val="2000"/>
              </a:spcBef>
              <a:buClrTx/>
              <a:buSzTx/>
              <a:buFontTx/>
              <a:buNone/>
              <a:defRPr b="1" sz="10400"/>
            </a:lvl3pPr>
            <a:lvl4pPr marL="228600" indent="1371600">
              <a:spcBef>
                <a:spcPts val="2000"/>
              </a:spcBef>
              <a:buClrTx/>
              <a:buSzTx/>
              <a:buFontTx/>
              <a:buNone/>
              <a:defRPr b="1" sz="10400"/>
            </a:lvl4pPr>
            <a:lvl5pPr marL="228600" indent="1828800">
              <a:spcBef>
                <a:spcPts val="2000"/>
              </a:spcBef>
              <a:buClrTx/>
              <a:buSzTx/>
              <a:buFontTx/>
              <a:buNone/>
              <a:defRPr b="1" sz="104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5" name="Google Shape;59;p10"/>
          <p:cNvSpPr txBox="1"/>
          <p:nvPr>
            <p:ph type="body" sz="half" idx="21"/>
          </p:nvPr>
        </p:nvSpPr>
        <p:spPr>
          <a:xfrm>
            <a:off x="1513761" y="13574343"/>
            <a:ext cx="13376810" cy="24661709"/>
          </a:xfrm>
          <a:prstGeom prst="rect">
            <a:avLst/>
          </a:prstGeom>
        </p:spPr>
        <p:txBody>
          <a:bodyPr/>
          <a:lstStyle/>
          <a:p>
            <a:pPr indent="-892936">
              <a:spcBef>
                <a:spcPts val="2000"/>
              </a:spcBef>
              <a:buSzPts val="10400"/>
              <a:defRPr sz="10400"/>
            </a:pPr>
          </a:p>
        </p:txBody>
      </p:sp>
      <p:sp>
        <p:nvSpPr>
          <p:cNvPr id="76" name="Google Shape;60;p10"/>
          <p:cNvSpPr txBox="1"/>
          <p:nvPr>
            <p:ph type="body" sz="quarter" idx="22"/>
          </p:nvPr>
        </p:nvSpPr>
        <p:spPr>
          <a:xfrm>
            <a:off x="15379393" y="9581309"/>
            <a:ext cx="13382064" cy="3993035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2000"/>
              </a:spcBef>
              <a:buClrTx/>
              <a:buSzTx/>
              <a:buFontTx/>
              <a:buNone/>
              <a:defRPr b="1" sz="10400"/>
            </a:pPr>
          </a:p>
        </p:txBody>
      </p:sp>
      <p:sp>
        <p:nvSpPr>
          <p:cNvPr id="77" name="Google Shape;61;p10"/>
          <p:cNvSpPr txBox="1"/>
          <p:nvPr>
            <p:ph type="body" sz="half" idx="23"/>
          </p:nvPr>
        </p:nvSpPr>
        <p:spPr>
          <a:xfrm>
            <a:off x="15379393" y="13574343"/>
            <a:ext cx="13382064" cy="24661709"/>
          </a:xfrm>
          <a:prstGeom prst="rect">
            <a:avLst/>
          </a:prstGeom>
        </p:spPr>
        <p:txBody>
          <a:bodyPr/>
          <a:lstStyle/>
          <a:p>
            <a:pPr indent="-892936">
              <a:spcBef>
                <a:spcPts val="2000"/>
              </a:spcBef>
              <a:buSzPts val="10400"/>
              <a:defRPr sz="10400"/>
            </a:pPr>
          </a:p>
        </p:txBody>
      </p:sp>
      <p:sp>
        <p:nvSpPr>
          <p:cNvPr id="7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86" name="Nivel de texto 1…"/>
          <p:cNvSpPr txBox="1"/>
          <p:nvPr>
            <p:ph type="body" sz="half" idx="1"/>
          </p:nvPr>
        </p:nvSpPr>
        <p:spPr>
          <a:xfrm>
            <a:off x="1513760" y="9987549"/>
            <a:ext cx="13371552" cy="28248506"/>
          </a:xfrm>
          <a:prstGeom prst="rect">
            <a:avLst/>
          </a:prstGeom>
        </p:spPr>
        <p:txBody>
          <a:bodyPr/>
          <a:lstStyle>
            <a:lvl1pPr indent="-1009650">
              <a:spcBef>
                <a:spcPts val="2400"/>
              </a:spcBef>
              <a:buSzPts val="12300"/>
              <a:defRPr sz="12300"/>
            </a:lvl1pPr>
            <a:lvl2pPr marL="1077532" indent="-1056069">
              <a:spcBef>
                <a:spcPts val="2400"/>
              </a:spcBef>
              <a:buSzPts val="12300"/>
              <a:defRPr sz="12300"/>
            </a:lvl2pPr>
            <a:lvl3pPr marL="1705556" indent="-1110180">
              <a:spcBef>
                <a:spcPts val="2400"/>
              </a:spcBef>
              <a:buSzPts val="12300"/>
              <a:defRPr sz="12300"/>
            </a:lvl3pPr>
            <a:lvl4pPr marL="2260349" indent="-1153925">
              <a:spcBef>
                <a:spcPts val="2400"/>
              </a:spcBef>
              <a:buSzPts val="12300"/>
              <a:defRPr sz="12300"/>
            </a:lvl4pPr>
            <a:lvl5pPr marL="2717549" indent="-1153925">
              <a:spcBef>
                <a:spcPts val="2400"/>
              </a:spcBef>
              <a:buSzPts val="12300"/>
              <a:defRPr sz="123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7" name="Google Shape;68;p11"/>
          <p:cNvSpPr txBox="1"/>
          <p:nvPr>
            <p:ph type="body" sz="half" idx="21"/>
          </p:nvPr>
        </p:nvSpPr>
        <p:spPr>
          <a:xfrm>
            <a:off x="15389900" y="9987549"/>
            <a:ext cx="13371553" cy="28248506"/>
          </a:xfrm>
          <a:prstGeom prst="rect">
            <a:avLst/>
          </a:prstGeom>
        </p:spPr>
        <p:txBody>
          <a:bodyPr/>
          <a:lstStyle/>
          <a:p>
            <a:pPr indent="-1009650">
              <a:spcBef>
                <a:spcPts val="2400"/>
              </a:spcBef>
              <a:buSzPts val="12300"/>
              <a:defRPr sz="12300"/>
            </a:pPr>
          </a:p>
        </p:txBody>
      </p:sp>
      <p:sp>
        <p:nvSpPr>
          <p:cNvPr id="8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o del título"/>
          <p:cNvSpPr txBox="1"/>
          <p:nvPr>
            <p:ph type="title"/>
          </p:nvPr>
        </p:nvSpPr>
        <p:spPr>
          <a:xfrm>
            <a:off x="2391534" y="27505381"/>
            <a:ext cx="25733932" cy="8501304"/>
          </a:xfrm>
          <a:prstGeom prst="rect">
            <a:avLst/>
          </a:prstGeom>
        </p:spPr>
        <p:txBody>
          <a:bodyPr anchor="t"/>
          <a:lstStyle>
            <a:lvl1pPr algn="l">
              <a:defRPr b="1" sz="17500"/>
            </a:lvl1pPr>
          </a:lstStyle>
          <a:p>
            <a:pPr/>
            <a:r>
              <a:t>Texto del título</a:t>
            </a:r>
          </a:p>
        </p:txBody>
      </p:sp>
      <p:sp>
        <p:nvSpPr>
          <p:cNvPr id="96" name="Nivel de texto 1…"/>
          <p:cNvSpPr txBox="1"/>
          <p:nvPr>
            <p:ph type="body" sz="quarter" idx="1"/>
          </p:nvPr>
        </p:nvSpPr>
        <p:spPr>
          <a:xfrm>
            <a:off x="2391534" y="18142070"/>
            <a:ext cx="25733932" cy="9363322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1700"/>
              </a:spcBef>
              <a:buClrTx/>
              <a:buSzTx/>
              <a:buFontTx/>
              <a:buNone/>
              <a:defRPr sz="8600"/>
            </a:lvl1pPr>
            <a:lvl2pPr marL="228600" indent="457200">
              <a:spcBef>
                <a:spcPts val="1700"/>
              </a:spcBef>
              <a:buClrTx/>
              <a:buSzTx/>
              <a:buFontTx/>
              <a:buNone/>
              <a:defRPr sz="8600"/>
            </a:lvl2pPr>
            <a:lvl3pPr marL="228600" indent="914400">
              <a:spcBef>
                <a:spcPts val="1700"/>
              </a:spcBef>
              <a:buClrTx/>
              <a:buSzTx/>
              <a:buFontTx/>
              <a:buNone/>
              <a:defRPr sz="8600"/>
            </a:lvl3pPr>
            <a:lvl4pPr marL="228600" indent="1371600">
              <a:spcBef>
                <a:spcPts val="1700"/>
              </a:spcBef>
              <a:buClrTx/>
              <a:buSzTx/>
              <a:buFontTx/>
              <a:buNone/>
              <a:defRPr sz="8600"/>
            </a:lvl4pPr>
            <a:lvl5pPr marL="228600" indent="1828800">
              <a:spcBef>
                <a:spcPts val="1700"/>
              </a:spcBef>
              <a:buClrTx/>
              <a:buSzTx/>
              <a:buFontTx/>
              <a:buNone/>
              <a:defRPr sz="86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05" name="Nivel de texto 1…"/>
          <p:cNvSpPr txBox="1"/>
          <p:nvPr>
            <p:ph type="body" idx="1"/>
          </p:nvPr>
        </p:nvSpPr>
        <p:spPr>
          <a:xfrm>
            <a:off x="1514475" y="9988550"/>
            <a:ext cx="27246263" cy="28247975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1514475" y="1714500"/>
            <a:ext cx="27246263" cy="713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41250" tIns="141250" rIns="141250" bIns="141250" anchor="ctr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 rot="5400000">
            <a:off x="1013617" y="10489407"/>
            <a:ext cx="28247976" cy="27246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41250" tIns="141250" rIns="141250" bIns="141250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27796107" y="40343819"/>
            <a:ext cx="964630" cy="936849"/>
          </a:xfrm>
          <a:prstGeom prst="rect">
            <a:avLst/>
          </a:prstGeom>
          <a:ln w="12700">
            <a:miter lim="400000"/>
          </a:ln>
        </p:spPr>
        <p:txBody>
          <a:bodyPr wrap="none" lIns="141250" tIns="141250" rIns="141250" bIns="141250" anchor="ctr">
            <a:spAutoFit/>
          </a:bodyPr>
          <a:lstStyle>
            <a:lvl1pPr algn="r">
              <a:defRPr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959004" marR="0" indent="-387504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–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1486999" marR="0" indent="-45829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20401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–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24973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»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29545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34117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38689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43261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2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n" descr="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" y="36597310"/>
            <a:ext cx="30264100" cy="6286871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Google Shape;89;p1"/>
          <p:cNvSpPr/>
          <p:nvPr/>
        </p:nvSpPr>
        <p:spPr>
          <a:xfrm>
            <a:off x="590548" y="4649325"/>
            <a:ext cx="14328776" cy="13011151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9" rIns="45719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17" name="Google Shape;90;p1"/>
          <p:cNvSpPr/>
          <p:nvPr/>
        </p:nvSpPr>
        <p:spPr>
          <a:xfrm>
            <a:off x="590548" y="18877756"/>
            <a:ext cx="29195714" cy="5967413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9" rIns="45719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18" name="Google Shape;91;p1"/>
          <p:cNvSpPr/>
          <p:nvPr/>
        </p:nvSpPr>
        <p:spPr>
          <a:xfrm>
            <a:off x="15282862" y="10591800"/>
            <a:ext cx="14543089" cy="7068674"/>
          </a:xfrm>
          <a:prstGeom prst="rect">
            <a:avLst/>
          </a:prstGeom>
          <a:ln w="28575">
            <a:solidFill>
              <a:srgbClr val="215968"/>
            </a:solidFill>
          </a:ln>
          <a:effectLst>
            <a:outerShdw sx="100000" sy="100000" kx="0" ky="0" algn="b" rotWithShape="0" blurRad="63500" dist="23000" dir="5400000">
              <a:srgbClr val="808080">
                <a:alpha val="34117"/>
              </a:srgbClr>
            </a:outerShdw>
          </a:effectLst>
        </p:spPr>
        <p:txBody>
          <a:bodyPr lIns="45719" rIns="45719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19" name="Google Shape;92;p1"/>
          <p:cNvSpPr/>
          <p:nvPr/>
        </p:nvSpPr>
        <p:spPr>
          <a:xfrm flipV="1">
            <a:off x="324988" y="36013228"/>
            <a:ext cx="29700601" cy="77701"/>
          </a:xfrm>
          <a:prstGeom prst="line">
            <a:avLst/>
          </a:prstGeom>
          <a:ln>
            <a:solidFill>
              <a:srgbClr val="215968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Google Shape;93;p1"/>
          <p:cNvSpPr/>
          <p:nvPr/>
        </p:nvSpPr>
        <p:spPr>
          <a:xfrm>
            <a:off x="11154874" y="580749"/>
            <a:ext cx="18671102" cy="3320102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9" rIns="45719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21" name="Google Shape;94;p1"/>
          <p:cNvSpPr txBox="1"/>
          <p:nvPr/>
        </p:nvSpPr>
        <p:spPr>
          <a:xfrm>
            <a:off x="12174724" y="968387"/>
            <a:ext cx="16773152" cy="16775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5374" tIns="305374" rIns="305374" bIns="305374">
            <a:spAutoFit/>
          </a:bodyPr>
          <a:lstStyle>
            <a:lvl1pPr algn="ctr">
              <a:defRPr b="1" sz="7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lvl1pPr>
          </a:lstStyle>
          <a:p>
            <a:pPr/>
            <a:r>
              <a:t>TÍTULO</a:t>
            </a:r>
          </a:p>
        </p:txBody>
      </p:sp>
      <p:sp>
        <p:nvSpPr>
          <p:cNvPr id="122" name="Google Shape;95;p1"/>
          <p:cNvSpPr/>
          <p:nvPr/>
        </p:nvSpPr>
        <p:spPr>
          <a:xfrm>
            <a:off x="15282862" y="4722726"/>
            <a:ext cx="14624015" cy="4919663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9" rIns="45719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23" name="Google Shape;96;p1"/>
          <p:cNvSpPr txBox="1"/>
          <p:nvPr/>
        </p:nvSpPr>
        <p:spPr>
          <a:xfrm>
            <a:off x="15646399" y="5092700"/>
            <a:ext cx="12819002" cy="307772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5374" tIns="305374" rIns="305374" bIns="305374">
            <a:spAutoFit/>
          </a:bodyPr>
          <a:lstStyle/>
          <a:p>
            <a:pPr algn="ctr">
              <a:lnSpc>
                <a:spcPct val="120000"/>
              </a:lnSpc>
              <a:defRPr b="1" baseline="30000" sz="6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Autores </a:t>
            </a:r>
          </a:p>
          <a:p>
            <a:pPr algn="ctr">
              <a:lnSpc>
                <a:spcPct val="120000"/>
              </a:lnSpc>
              <a:defRPr b="1" sz="4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Institución</a:t>
            </a:r>
          </a:p>
          <a:p>
            <a:pPr algn="ctr">
              <a:lnSpc>
                <a:spcPct val="120000"/>
              </a:lnSpc>
              <a:defRPr b="1" sz="4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Contacto:</a:t>
            </a:r>
          </a:p>
        </p:txBody>
      </p:sp>
      <p:sp>
        <p:nvSpPr>
          <p:cNvPr id="124" name="Google Shape;97;p1"/>
          <p:cNvSpPr txBox="1"/>
          <p:nvPr/>
        </p:nvSpPr>
        <p:spPr>
          <a:xfrm>
            <a:off x="15333662" y="10756750"/>
            <a:ext cx="14085351" cy="2261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OBJETIVOS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5" name="Google Shape;98;p1"/>
          <p:cNvSpPr txBox="1"/>
          <p:nvPr/>
        </p:nvSpPr>
        <p:spPr>
          <a:xfrm>
            <a:off x="954087" y="19240298"/>
            <a:ext cx="14085351" cy="2261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DESARROLLO O METODOLOGÍA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6" name="Google Shape;99;p1"/>
          <p:cNvSpPr txBox="1"/>
          <p:nvPr/>
        </p:nvSpPr>
        <p:spPr>
          <a:xfrm>
            <a:off x="842962" y="5097312"/>
            <a:ext cx="14083763" cy="2261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INTRODUCCIÓN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7" name="Google Shape;100;p1"/>
          <p:cNvSpPr/>
          <p:nvPr/>
        </p:nvSpPr>
        <p:spPr>
          <a:xfrm>
            <a:off x="630237" y="26337589"/>
            <a:ext cx="14236701" cy="9282927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9" rIns="45719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28" name="Google Shape;101;p1"/>
          <p:cNvSpPr txBox="1"/>
          <p:nvPr/>
        </p:nvSpPr>
        <p:spPr>
          <a:xfrm>
            <a:off x="742487" y="26332958"/>
            <a:ext cx="11924764" cy="165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RESULTADOS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9" name="Google Shape;102;p1"/>
          <p:cNvSpPr/>
          <p:nvPr/>
        </p:nvSpPr>
        <p:spPr>
          <a:xfrm>
            <a:off x="15470175" y="26337635"/>
            <a:ext cx="14236801" cy="9282878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9" rIns="45719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30" name="Google Shape;103;p1"/>
          <p:cNvSpPr txBox="1"/>
          <p:nvPr/>
        </p:nvSpPr>
        <p:spPr>
          <a:xfrm>
            <a:off x="15665449" y="26615248"/>
            <a:ext cx="11924764" cy="165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CONCLUSIONES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31" name="Google Shape;105;p1"/>
          <p:cNvSpPr txBox="1"/>
          <p:nvPr/>
        </p:nvSpPr>
        <p:spPr>
          <a:xfrm>
            <a:off x="2170360" y="31436959"/>
            <a:ext cx="7550386" cy="2201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>
              <a:defRPr b="1" i="1" sz="1200">
                <a:latin typeface="Garamond"/>
                <a:ea typeface="Garamond"/>
                <a:cs typeface="Garamond"/>
                <a:sym typeface="Garamond"/>
              </a:defRPr>
            </a:pPr>
            <a:r>
              <a:t>  </a:t>
            </a:r>
            <a:r>
              <a:rPr sz="7100"/>
              <a:t>                  </a:t>
            </a:r>
            <a:r>
              <a:t>  </a:t>
            </a:r>
            <a:r>
              <a:rPr sz="5000"/>
              <a:t>                    </a:t>
            </a:r>
            <a:endParaRPr sz="2500"/>
          </a:p>
          <a:p>
            <a:pPr>
              <a:defRPr sz="1800"/>
            </a:pPr>
            <a:br>
              <a:rPr sz="2500"/>
            </a:br>
            <a:br>
              <a:rPr sz="2500"/>
            </a:br>
          </a:p>
        </p:txBody>
      </p:sp>
      <p:sp>
        <p:nvSpPr>
          <p:cNvPr id="132" name="Google Shape;108;p1"/>
          <p:cNvSpPr txBox="1"/>
          <p:nvPr/>
        </p:nvSpPr>
        <p:spPr>
          <a:xfrm>
            <a:off x="856920" y="36686721"/>
            <a:ext cx="2662851" cy="572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400"/>
            </a:lvl1pPr>
          </a:lstStyle>
          <a:p>
            <a:pPr/>
            <a:r>
              <a:t>Organiza</a:t>
            </a:r>
          </a:p>
        </p:txBody>
      </p:sp>
      <p:sp>
        <p:nvSpPr>
          <p:cNvPr id="133" name="Google Shape;108;p1"/>
          <p:cNvSpPr txBox="1"/>
          <p:nvPr/>
        </p:nvSpPr>
        <p:spPr>
          <a:xfrm>
            <a:off x="869620" y="39782386"/>
            <a:ext cx="2662851" cy="58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500"/>
            </a:lvl1pPr>
          </a:lstStyle>
          <a:p>
            <a:pPr/>
            <a:r>
              <a:t>Colabora</a:t>
            </a:r>
          </a:p>
        </p:txBody>
      </p:sp>
      <p:sp>
        <p:nvSpPr>
          <p:cNvPr id="134" name="Google Shape;108;p1"/>
          <p:cNvSpPr txBox="1"/>
          <p:nvPr/>
        </p:nvSpPr>
        <p:spPr>
          <a:xfrm>
            <a:off x="10985488" y="36864810"/>
            <a:ext cx="2662851" cy="58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500"/>
            </a:lvl1pPr>
          </a:lstStyle>
          <a:p>
            <a:pPr/>
            <a:r>
              <a:t>Patrocina</a:t>
            </a:r>
          </a:p>
        </p:txBody>
      </p:sp>
      <p:pic>
        <p:nvPicPr>
          <p:cNvPr id="135" name="Imagen" descr="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8135" y="541861"/>
            <a:ext cx="10235573" cy="33486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