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30264100" cy="42799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3" name="Shape 11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2270642" y="13296912"/>
            <a:ext cx="25733932" cy="917506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4541282" y="24255466"/>
            <a:ext cx="21192653" cy="10938742"/>
          </a:xfrm>
          <a:prstGeom prst="rect">
            <a:avLst/>
          </a:prstGeom>
        </p:spPr>
        <p:txBody>
          <a:bodyPr/>
          <a:lstStyle>
            <a:lvl1pPr marL="1765300" indent="-2419350" algn="ctr">
              <a:spcBef>
                <a:spcPts val="2700"/>
              </a:spcBef>
              <a:buClrTx/>
              <a:buSzTx/>
              <a:buFontTx/>
              <a:buNone/>
            </a:lvl1pPr>
            <a:lvl2pPr marL="1765300" indent="-1860550" algn="ctr">
              <a:spcBef>
                <a:spcPts val="2700"/>
              </a:spcBef>
              <a:buClrTx/>
              <a:buSzTx/>
              <a:buFontTx/>
              <a:buNone/>
            </a:lvl2pPr>
            <a:lvl3pPr marL="1765300" indent="-1282700" algn="ctr">
              <a:spcBef>
                <a:spcPts val="2700"/>
              </a:spcBef>
              <a:buClrTx/>
              <a:buSzTx/>
              <a:buFontTx/>
              <a:buNone/>
            </a:lvl3pPr>
            <a:lvl4pPr marL="1765300" indent="-711200" algn="ctr">
              <a:spcBef>
                <a:spcPts val="2700"/>
              </a:spcBef>
              <a:buClrTx/>
              <a:buSzTx/>
              <a:buFontTx/>
              <a:buNone/>
            </a:lvl4pPr>
            <a:lvl5pPr marL="1765300" indent="-654050" algn="ctr">
              <a:spcBef>
                <a:spcPts val="2700"/>
              </a:spcBef>
              <a:buClrTx/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 rot="5400000">
            <a:off x="7094532" y="16569140"/>
            <a:ext cx="36521917" cy="681192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 rot="5400000">
            <a:off x="-6781605" y="10009512"/>
            <a:ext cx="36521917" cy="1993118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5934152" y="29962633"/>
            <a:ext cx="18165131" cy="3537260"/>
          </a:xfrm>
          <a:prstGeom prst="rect">
            <a:avLst/>
          </a:prstGeom>
        </p:spPr>
        <p:txBody>
          <a:bodyPr anchor="b"/>
          <a:lstStyle>
            <a:lvl1pPr algn="l">
              <a:defRPr b="1" sz="8600"/>
            </a:lvl1pPr>
          </a:lstStyle>
          <a:p>
            <a:pPr/>
            <a:r>
              <a:t>Title Text</a:t>
            </a:r>
          </a:p>
        </p:txBody>
      </p:sp>
      <p:sp>
        <p:nvSpPr>
          <p:cNvPr id="39" name="Google Shape;35;p6"/>
          <p:cNvSpPr/>
          <p:nvPr>
            <p:ph type="pic" sz="half" idx="21"/>
          </p:nvPr>
        </p:nvSpPr>
        <p:spPr>
          <a:xfrm>
            <a:off x="5934152" y="3824594"/>
            <a:ext cx="18165131" cy="2568226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5934152" y="33499893"/>
            <a:ext cx="18165131" cy="5023495"/>
          </a:xfrm>
          <a:prstGeom prst="rect">
            <a:avLst/>
          </a:prstGeom>
        </p:spPr>
        <p:txBody>
          <a:bodyPr/>
          <a:lstStyle>
            <a:lvl1pPr marL="0" indent="228600">
              <a:spcBef>
                <a:spcPts val="1200"/>
              </a:spcBef>
              <a:buClrTx/>
              <a:buSzTx/>
              <a:buFontTx/>
              <a:buNone/>
              <a:defRPr sz="6000"/>
            </a:lvl1pPr>
            <a:lvl2pPr marL="0" indent="228600">
              <a:spcBef>
                <a:spcPts val="1200"/>
              </a:spcBef>
              <a:buClrTx/>
              <a:buSzTx/>
              <a:buFontTx/>
              <a:buNone/>
              <a:defRPr sz="6000"/>
            </a:lvl2pPr>
            <a:lvl3pPr marL="0" indent="228600">
              <a:spcBef>
                <a:spcPts val="1200"/>
              </a:spcBef>
              <a:buClrTx/>
              <a:buSzTx/>
              <a:buFontTx/>
              <a:buNone/>
              <a:defRPr sz="6000"/>
            </a:lvl3pPr>
            <a:lvl4pPr marL="0" indent="228600">
              <a:spcBef>
                <a:spcPts val="1200"/>
              </a:spcBef>
              <a:buClrTx/>
              <a:buSzTx/>
              <a:buFontTx/>
              <a:buNone/>
              <a:defRPr sz="6000"/>
            </a:lvl4pPr>
            <a:lvl5pPr marL="0" indent="228600">
              <a:spcBef>
                <a:spcPts val="1200"/>
              </a:spcBef>
              <a:buClrTx/>
              <a:buSzTx/>
              <a:buFontTx/>
              <a:buNone/>
              <a:defRPr sz="6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1513766" y="1704226"/>
            <a:ext cx="9960338" cy="7252860"/>
          </a:xfrm>
          <a:prstGeom prst="rect">
            <a:avLst/>
          </a:prstGeom>
        </p:spPr>
        <p:txBody>
          <a:bodyPr anchor="b"/>
          <a:lstStyle>
            <a:lvl1pPr algn="l">
              <a:defRPr b="1" sz="8600"/>
            </a:lvl1pPr>
          </a:lstStyle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idx="1"/>
          </p:nvPr>
        </p:nvSpPr>
        <p:spPr>
          <a:xfrm>
            <a:off x="11836768" y="1704232"/>
            <a:ext cx="16924687" cy="36531826"/>
          </a:xfrm>
          <a:prstGeom prst="rect">
            <a:avLst/>
          </a:prstGeom>
        </p:spPr>
        <p:txBody>
          <a:bodyPr/>
          <a:lstStyle>
            <a:lvl1pPr indent="-1117409">
              <a:spcBef>
                <a:spcPts val="2700"/>
              </a:spcBef>
            </a:lvl1pPr>
            <a:lvl2pPr marL="1045735" indent="-1140985">
              <a:spcBef>
                <a:spcPts val="2700"/>
              </a:spcBef>
            </a:lvl2pPr>
            <a:lvl3pPr marL="1672107" indent="-1193444">
              <a:spcBef>
                <a:spcPts val="2700"/>
              </a:spcBef>
            </a:lvl3pPr>
            <a:lvl4pPr marL="2307170" indent="-1254592">
              <a:spcBef>
                <a:spcPts val="2700"/>
              </a:spcBef>
            </a:lvl4pPr>
            <a:lvl5pPr marL="2764370" indent="-1254592">
              <a:spcBef>
                <a:spcPts val="27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43;p7"/>
          <p:cNvSpPr txBox="1"/>
          <p:nvPr>
            <p:ph type="body" sz="half" idx="21"/>
          </p:nvPr>
        </p:nvSpPr>
        <p:spPr>
          <a:xfrm>
            <a:off x="1513765" y="8957094"/>
            <a:ext cx="9960338" cy="2927897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1513760" y="9581308"/>
            <a:ext cx="13376812" cy="3993036"/>
          </a:xfrm>
          <a:prstGeom prst="rect">
            <a:avLst/>
          </a:prstGeom>
        </p:spPr>
        <p:txBody>
          <a:bodyPr anchor="b"/>
          <a:lstStyle>
            <a:lvl1pPr marL="0" indent="228600">
              <a:spcBef>
                <a:spcPts val="2000"/>
              </a:spcBef>
              <a:buClrTx/>
              <a:buSzTx/>
              <a:buFontTx/>
              <a:buNone/>
              <a:defRPr b="1" sz="10400"/>
            </a:lvl1pPr>
            <a:lvl2pPr marL="0" indent="228600">
              <a:spcBef>
                <a:spcPts val="2000"/>
              </a:spcBef>
              <a:buClrTx/>
              <a:buSzTx/>
              <a:buFontTx/>
              <a:buNone/>
              <a:defRPr b="1" sz="10400"/>
            </a:lvl2pPr>
            <a:lvl3pPr marL="0" indent="228600">
              <a:spcBef>
                <a:spcPts val="2000"/>
              </a:spcBef>
              <a:buClrTx/>
              <a:buSzTx/>
              <a:buFontTx/>
              <a:buNone/>
              <a:defRPr b="1" sz="10400"/>
            </a:lvl3pPr>
            <a:lvl4pPr marL="0" indent="228600">
              <a:spcBef>
                <a:spcPts val="2000"/>
              </a:spcBef>
              <a:buClrTx/>
              <a:buSzTx/>
              <a:buFontTx/>
              <a:buNone/>
              <a:defRPr b="1" sz="10400"/>
            </a:lvl4pPr>
            <a:lvl5pPr marL="0" indent="228600">
              <a:spcBef>
                <a:spcPts val="2000"/>
              </a:spcBef>
              <a:buClrTx/>
              <a:buSzTx/>
              <a:buFontTx/>
              <a:buNone/>
              <a:defRPr b="1" sz="10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59;p10"/>
          <p:cNvSpPr txBox="1"/>
          <p:nvPr>
            <p:ph type="body" sz="half" idx="21"/>
          </p:nvPr>
        </p:nvSpPr>
        <p:spPr>
          <a:xfrm>
            <a:off x="1513761" y="13574343"/>
            <a:ext cx="13376810" cy="2466171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" name="Google Shape;60;p10"/>
          <p:cNvSpPr txBox="1"/>
          <p:nvPr>
            <p:ph type="body" sz="quarter" idx="22"/>
          </p:nvPr>
        </p:nvSpPr>
        <p:spPr>
          <a:xfrm>
            <a:off x="15379393" y="9581308"/>
            <a:ext cx="13382064" cy="399303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77" name="Google Shape;61;p10"/>
          <p:cNvSpPr txBox="1"/>
          <p:nvPr>
            <p:ph type="body" sz="half" idx="23"/>
          </p:nvPr>
        </p:nvSpPr>
        <p:spPr>
          <a:xfrm>
            <a:off x="15379393" y="13574343"/>
            <a:ext cx="13382064" cy="2466171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6" name="Body Level One…"/>
          <p:cNvSpPr txBox="1"/>
          <p:nvPr>
            <p:ph type="body" sz="half" idx="1"/>
          </p:nvPr>
        </p:nvSpPr>
        <p:spPr>
          <a:xfrm>
            <a:off x="1513760" y="9987549"/>
            <a:ext cx="13371552" cy="28248506"/>
          </a:xfrm>
          <a:prstGeom prst="rect">
            <a:avLst/>
          </a:prstGeom>
        </p:spPr>
        <p:txBody>
          <a:bodyPr/>
          <a:lstStyle>
            <a:lvl1pPr indent="-1009650">
              <a:spcBef>
                <a:spcPts val="2400"/>
              </a:spcBef>
              <a:buSzPts val="12300"/>
              <a:defRPr sz="12300"/>
            </a:lvl1pPr>
            <a:lvl2pPr marL="1077531" indent="-1056068">
              <a:spcBef>
                <a:spcPts val="2400"/>
              </a:spcBef>
              <a:buSzPts val="12300"/>
              <a:defRPr sz="12300"/>
            </a:lvl2pPr>
            <a:lvl3pPr marL="1705555" indent="-1110180">
              <a:spcBef>
                <a:spcPts val="2400"/>
              </a:spcBef>
              <a:buSzPts val="12300"/>
              <a:defRPr sz="12300"/>
            </a:lvl3pPr>
            <a:lvl4pPr marL="2260349" indent="-1153925">
              <a:spcBef>
                <a:spcPts val="2400"/>
              </a:spcBef>
              <a:buSzPts val="12300"/>
              <a:defRPr sz="12300"/>
            </a:lvl4pPr>
            <a:lvl5pPr marL="2717549" indent="-1153925">
              <a:spcBef>
                <a:spcPts val="2400"/>
              </a:spcBef>
              <a:buSzPts val="12300"/>
              <a:defRPr sz="12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Google Shape;68;p11"/>
          <p:cNvSpPr txBox="1"/>
          <p:nvPr>
            <p:ph type="body" sz="half" idx="21"/>
          </p:nvPr>
        </p:nvSpPr>
        <p:spPr>
          <a:xfrm>
            <a:off x="15389899" y="9987550"/>
            <a:ext cx="13371554" cy="2824850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/>
          </p:nvPr>
        </p:nvSpPr>
        <p:spPr>
          <a:xfrm>
            <a:off x="2391534" y="27505381"/>
            <a:ext cx="25733932" cy="8501305"/>
          </a:xfrm>
          <a:prstGeom prst="rect">
            <a:avLst/>
          </a:prstGeom>
        </p:spPr>
        <p:txBody>
          <a:bodyPr anchor="t"/>
          <a:lstStyle>
            <a:lvl1pPr algn="l">
              <a:defRPr b="1" sz="17500"/>
            </a:lvl1pPr>
          </a:lstStyle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sz="quarter" idx="1"/>
          </p:nvPr>
        </p:nvSpPr>
        <p:spPr>
          <a:xfrm>
            <a:off x="2391534" y="18142069"/>
            <a:ext cx="25733932" cy="9363323"/>
          </a:xfrm>
          <a:prstGeom prst="rect">
            <a:avLst/>
          </a:prstGeom>
        </p:spPr>
        <p:txBody>
          <a:bodyPr anchor="b"/>
          <a:lstStyle>
            <a:lvl1pPr marL="0" indent="228600">
              <a:spcBef>
                <a:spcPts val="1700"/>
              </a:spcBef>
              <a:buClrTx/>
              <a:buSzTx/>
              <a:buFontTx/>
              <a:buNone/>
              <a:defRPr sz="8600"/>
            </a:lvl1pPr>
            <a:lvl2pPr marL="0" indent="228600">
              <a:spcBef>
                <a:spcPts val="1700"/>
              </a:spcBef>
              <a:buClrTx/>
              <a:buSzTx/>
              <a:buFontTx/>
              <a:buNone/>
              <a:defRPr sz="8600"/>
            </a:lvl2pPr>
            <a:lvl3pPr marL="0" indent="228600">
              <a:spcBef>
                <a:spcPts val="1700"/>
              </a:spcBef>
              <a:buClrTx/>
              <a:buSzTx/>
              <a:buFontTx/>
              <a:buNone/>
              <a:defRPr sz="8600"/>
            </a:lvl3pPr>
            <a:lvl4pPr marL="0" indent="228600">
              <a:spcBef>
                <a:spcPts val="1700"/>
              </a:spcBef>
              <a:buClrTx/>
              <a:buSzTx/>
              <a:buFontTx/>
              <a:buNone/>
              <a:defRPr sz="8600"/>
            </a:lvl4pPr>
            <a:lvl5pPr marL="0" indent="228600">
              <a:spcBef>
                <a:spcPts val="1700"/>
              </a:spcBef>
              <a:buClrTx/>
              <a:buSzTx/>
              <a:buFontTx/>
              <a:buNone/>
              <a:defRPr sz="8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idx="1"/>
          </p:nvPr>
        </p:nvSpPr>
        <p:spPr>
          <a:xfrm>
            <a:off x="1514475" y="9988550"/>
            <a:ext cx="27246263" cy="2824797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514475" y="1714500"/>
            <a:ext cx="27246263" cy="713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41250" tIns="141250" rIns="141250" bIns="14125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 rot="5400000">
            <a:off x="1013617" y="10489407"/>
            <a:ext cx="28247976" cy="27246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41250" tIns="141250" rIns="141250" bIns="14125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7796108" y="40343819"/>
            <a:ext cx="964630" cy="936849"/>
          </a:xfrm>
          <a:prstGeom prst="rect">
            <a:avLst/>
          </a:prstGeom>
          <a:ln w="12700">
            <a:miter lim="400000"/>
          </a:ln>
        </p:spPr>
        <p:txBody>
          <a:bodyPr wrap="none" lIns="141250" tIns="141250" rIns="141250" bIns="141250" anchor="ctr">
            <a:spAutoFit/>
          </a:bodyPr>
          <a:lstStyle>
            <a:lvl1pPr algn="r">
              <a:defRPr sz="5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92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1pPr>
      <a:lvl2pPr marL="959003" marR="0" indent="-387504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–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2pPr>
      <a:lvl3pPr marL="1486998" marR="0" indent="-458298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3pPr>
      <a:lvl4pPr marL="20401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–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4pPr>
      <a:lvl5pPr marL="24973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»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5pPr>
      <a:lvl6pPr marL="2954521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6pPr>
      <a:lvl7pPr marL="3411720" marR="0" indent="-554221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7pPr>
      <a:lvl8pPr marL="3868920" marR="0" indent="-55422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8pPr>
      <a:lvl9pPr marL="4326120" marR="0" indent="-55422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FFFFFF"/>
        </a:buClr>
        <a:buSzPts val="13900"/>
        <a:buFont typeface="Arial"/>
        <a:buChar char="•"/>
        <a:tabLst/>
        <a:defRPr b="0" baseline="0" cap="none" i="0" spc="0" strike="noStrike" sz="13900" u="none"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2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15900" y="36514493"/>
            <a:ext cx="30264100" cy="6286871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Google Shape;89;p1"/>
          <p:cNvSpPr/>
          <p:nvPr/>
        </p:nvSpPr>
        <p:spPr>
          <a:xfrm>
            <a:off x="590548" y="4649325"/>
            <a:ext cx="14328777" cy="13011153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8" tIns="45718" rIns="45718" bIns="45718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17" name="Google Shape;90;p1"/>
          <p:cNvSpPr/>
          <p:nvPr/>
        </p:nvSpPr>
        <p:spPr>
          <a:xfrm>
            <a:off x="590547" y="18877756"/>
            <a:ext cx="29195714" cy="5967414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8" tIns="45718" rIns="45718" bIns="45718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18" name="Google Shape;91;p1"/>
          <p:cNvSpPr/>
          <p:nvPr/>
        </p:nvSpPr>
        <p:spPr>
          <a:xfrm>
            <a:off x="15282862" y="10591800"/>
            <a:ext cx="14543090" cy="7068674"/>
          </a:xfrm>
          <a:prstGeom prst="rect">
            <a:avLst/>
          </a:prstGeom>
          <a:ln w="28575">
            <a:solidFill>
              <a:srgbClr val="215968"/>
            </a:solidFill>
          </a:ln>
          <a:effectLst>
            <a:outerShdw sx="100000" sy="100000" kx="0" ky="0" algn="b" rotWithShape="0" blurRad="63500" dist="23000" dir="5400000">
              <a:srgbClr val="808080">
                <a:alpha val="34117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19" name="Google Shape;92;p1"/>
          <p:cNvSpPr/>
          <p:nvPr/>
        </p:nvSpPr>
        <p:spPr>
          <a:xfrm flipV="1">
            <a:off x="324988" y="36013227"/>
            <a:ext cx="29700601" cy="77702"/>
          </a:xfrm>
          <a:prstGeom prst="line">
            <a:avLst/>
          </a:prstGeom>
          <a:ln>
            <a:solidFill>
              <a:srgbClr val="215968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" name="Google Shape;93;p1"/>
          <p:cNvSpPr/>
          <p:nvPr/>
        </p:nvSpPr>
        <p:spPr>
          <a:xfrm>
            <a:off x="11154874" y="580748"/>
            <a:ext cx="18671103" cy="3320103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8" tIns="45718" rIns="45718" bIns="45718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21" name="Google Shape;94;p1"/>
          <p:cNvSpPr txBox="1"/>
          <p:nvPr/>
        </p:nvSpPr>
        <p:spPr>
          <a:xfrm>
            <a:off x="12174724" y="968387"/>
            <a:ext cx="16773152" cy="16775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5373" tIns="305373" rIns="305373" bIns="305373">
            <a:spAutoFit/>
          </a:bodyPr>
          <a:lstStyle>
            <a:lvl1pPr algn="ctr">
              <a:defRPr b="1" sz="70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lvl1pPr>
          </a:lstStyle>
          <a:p>
            <a:pPr/>
            <a:r>
              <a:t>TÍTULO</a:t>
            </a:r>
          </a:p>
        </p:txBody>
      </p:sp>
      <p:sp>
        <p:nvSpPr>
          <p:cNvPr id="122" name="Google Shape;95;p1"/>
          <p:cNvSpPr/>
          <p:nvPr/>
        </p:nvSpPr>
        <p:spPr>
          <a:xfrm>
            <a:off x="15282862" y="4722726"/>
            <a:ext cx="14624015" cy="4919663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8" tIns="45718" rIns="45718" bIns="45718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23" name="Google Shape;96;p1"/>
          <p:cNvSpPr txBox="1"/>
          <p:nvPr/>
        </p:nvSpPr>
        <p:spPr>
          <a:xfrm>
            <a:off x="15646398" y="5092700"/>
            <a:ext cx="12819003" cy="3077724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05373" tIns="305373" rIns="305373" bIns="305373">
            <a:spAutoFit/>
          </a:bodyPr>
          <a:lstStyle/>
          <a:p>
            <a:pPr algn="ctr">
              <a:lnSpc>
                <a:spcPct val="120000"/>
              </a:lnSpc>
              <a:defRPr b="1" baseline="30000" sz="60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Autores </a:t>
            </a:r>
          </a:p>
          <a:p>
            <a:pPr algn="ctr">
              <a:lnSpc>
                <a:spcPct val="120000"/>
              </a:lnSpc>
              <a:defRPr b="1" sz="40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Institución</a:t>
            </a:r>
          </a:p>
          <a:p>
            <a:pPr algn="ctr">
              <a:lnSpc>
                <a:spcPct val="120000"/>
              </a:lnSpc>
              <a:defRPr b="1" sz="40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Contacto:</a:t>
            </a:r>
          </a:p>
        </p:txBody>
      </p:sp>
      <p:sp>
        <p:nvSpPr>
          <p:cNvPr id="124" name="Google Shape;97;p1"/>
          <p:cNvSpPr txBox="1"/>
          <p:nvPr/>
        </p:nvSpPr>
        <p:spPr>
          <a:xfrm>
            <a:off x="15333662" y="10756749"/>
            <a:ext cx="14085352" cy="165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OBJETIVOS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25" name="Google Shape;98;p1"/>
          <p:cNvSpPr txBox="1"/>
          <p:nvPr/>
        </p:nvSpPr>
        <p:spPr>
          <a:xfrm>
            <a:off x="954086" y="19240298"/>
            <a:ext cx="14085353" cy="165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DESARROLLO O METODOLOGÍA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26" name="Google Shape;99;p1"/>
          <p:cNvSpPr txBox="1"/>
          <p:nvPr/>
        </p:nvSpPr>
        <p:spPr>
          <a:xfrm>
            <a:off x="842962" y="5097312"/>
            <a:ext cx="14083764" cy="1657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INTRODUCCIÓN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27" name="Google Shape;100;p1"/>
          <p:cNvSpPr/>
          <p:nvPr/>
        </p:nvSpPr>
        <p:spPr>
          <a:xfrm>
            <a:off x="630237" y="26337589"/>
            <a:ext cx="14236702" cy="9282928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8" tIns="45718" rIns="45718" bIns="45718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28" name="Google Shape;101;p1"/>
          <p:cNvSpPr txBox="1"/>
          <p:nvPr/>
        </p:nvSpPr>
        <p:spPr>
          <a:xfrm>
            <a:off x="742486" y="26332957"/>
            <a:ext cx="11924766" cy="1657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RESULTADOS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29" name="Google Shape;102;p1"/>
          <p:cNvSpPr/>
          <p:nvPr/>
        </p:nvSpPr>
        <p:spPr>
          <a:xfrm>
            <a:off x="15470175" y="26337635"/>
            <a:ext cx="14236801" cy="9282880"/>
          </a:xfrm>
          <a:prstGeom prst="rect">
            <a:avLst/>
          </a:prstGeom>
          <a:ln w="28575">
            <a:solidFill>
              <a:srgbClr val="215968"/>
            </a:solidFill>
          </a:ln>
        </p:spPr>
        <p:txBody>
          <a:bodyPr lIns="45718" tIns="45718" rIns="45718" bIns="45718" anchor="ctr"/>
          <a:lstStyle/>
          <a:p>
            <a:pPr>
              <a:defRPr sz="7700">
                <a:solidFill>
                  <a:srgbClr val="FFFFFF"/>
                </a:solidFill>
              </a:defRPr>
            </a:pPr>
          </a:p>
        </p:txBody>
      </p:sp>
      <p:sp>
        <p:nvSpPr>
          <p:cNvPr id="130" name="Google Shape;103;p1"/>
          <p:cNvSpPr txBox="1"/>
          <p:nvPr/>
        </p:nvSpPr>
        <p:spPr>
          <a:xfrm>
            <a:off x="15665448" y="26615246"/>
            <a:ext cx="11924765" cy="165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4300" tIns="104300" rIns="104300" bIns="104300">
            <a:spAutoFit/>
          </a:bodyPr>
          <a:lstStyle/>
          <a:p>
            <a:pPr indent="120650" algn="just">
              <a:lnSpc>
                <a:spcPct val="150000"/>
              </a:lnSpc>
              <a:defRPr b="1" sz="4500">
                <a:solidFill>
                  <a:srgbClr val="215968"/>
                </a:solidFill>
                <a:latin typeface="Radley"/>
                <a:ea typeface="Radley"/>
                <a:cs typeface="Radley"/>
                <a:sym typeface="Radley"/>
              </a:defRPr>
            </a:pPr>
            <a:r>
              <a:t>CONCLUSIONES</a:t>
            </a:r>
          </a:p>
          <a:p>
            <a:pPr indent="120650" algn="just">
              <a:lnSpc>
                <a:spcPct val="150000"/>
              </a:lnSpc>
              <a:spcBef>
                <a:spcPts val="200"/>
              </a:spcBef>
              <a:defRPr sz="2800">
                <a:solidFill>
                  <a:srgbClr val="215968"/>
                </a:solidFill>
              </a:defRPr>
            </a:pPr>
            <a:r>
              <a:t>(Fuente del contenido: arial 28)</a:t>
            </a:r>
          </a:p>
        </p:txBody>
      </p:sp>
      <p:sp>
        <p:nvSpPr>
          <p:cNvPr id="131" name="Google Shape;105;p1"/>
          <p:cNvSpPr txBox="1"/>
          <p:nvPr/>
        </p:nvSpPr>
        <p:spPr>
          <a:xfrm>
            <a:off x="2170359" y="31431765"/>
            <a:ext cx="7550386" cy="2212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>
              <a:defRPr b="1" i="1" sz="1200">
                <a:latin typeface="Garamond"/>
                <a:ea typeface="Garamond"/>
                <a:cs typeface="Garamond"/>
                <a:sym typeface="Garamond"/>
              </a:defRPr>
            </a:pPr>
            <a:r>
              <a:t>  </a:t>
            </a:r>
            <a:r>
              <a:rPr sz="7100"/>
              <a:t>                  </a:t>
            </a:r>
            <a:r>
              <a:t>  </a:t>
            </a:r>
            <a:r>
              <a:rPr sz="5000"/>
              <a:t>                    </a:t>
            </a:r>
            <a:endParaRPr sz="2500"/>
          </a:p>
          <a:p>
            <a:pPr>
              <a:defRPr sz="2500"/>
            </a:pPr>
            <a:br>
              <a:rPr b="1" i="1">
                <a:latin typeface="Garamond"/>
                <a:ea typeface="Garamond"/>
                <a:cs typeface="Garamond"/>
                <a:sym typeface="Garamond"/>
              </a:rPr>
            </a:br>
            <a:br>
              <a:rPr b="1" i="1">
                <a:latin typeface="Garamond"/>
                <a:ea typeface="Garamond"/>
                <a:cs typeface="Garamond"/>
                <a:sym typeface="Garamond"/>
              </a:rPr>
            </a:br>
          </a:p>
        </p:txBody>
      </p:sp>
      <p:sp>
        <p:nvSpPr>
          <p:cNvPr id="132" name="Google Shape;108;p1"/>
          <p:cNvSpPr txBox="1"/>
          <p:nvPr/>
        </p:nvSpPr>
        <p:spPr>
          <a:xfrm>
            <a:off x="856919" y="36686721"/>
            <a:ext cx="2662853" cy="510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000"/>
            </a:lvl1pPr>
          </a:lstStyle>
          <a:p>
            <a:pPr/>
            <a:r>
              <a:t>Organiza</a:t>
            </a:r>
          </a:p>
        </p:txBody>
      </p:sp>
      <p:sp>
        <p:nvSpPr>
          <p:cNvPr id="133" name="Google Shape;108;p1"/>
          <p:cNvSpPr txBox="1"/>
          <p:nvPr/>
        </p:nvSpPr>
        <p:spPr>
          <a:xfrm>
            <a:off x="869619" y="39845887"/>
            <a:ext cx="2662853" cy="51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000"/>
            </a:lvl1pPr>
          </a:lstStyle>
          <a:p>
            <a:pPr/>
            <a:r>
              <a:t>Colabora</a:t>
            </a:r>
          </a:p>
        </p:txBody>
      </p:sp>
      <p:sp>
        <p:nvSpPr>
          <p:cNvPr id="134" name="Google Shape;108;p1"/>
          <p:cNvSpPr txBox="1"/>
          <p:nvPr/>
        </p:nvSpPr>
        <p:spPr>
          <a:xfrm>
            <a:off x="10985488" y="36864810"/>
            <a:ext cx="2662852" cy="51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b="1" sz="3000"/>
            </a:lvl1pPr>
          </a:lstStyle>
          <a:p>
            <a:pPr/>
            <a:r>
              <a:t>Patrocina</a:t>
            </a:r>
          </a:p>
        </p:txBody>
      </p:sp>
      <p:pic>
        <p:nvPicPr>
          <p:cNvPr id="135" name="Imagen" descr="Image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8134" y="541861"/>
            <a:ext cx="10235574" cy="33486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e Offic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